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i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i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93FFF-8819-4EBB-8482-EF8B0AF45614}" type="datetimeFigureOut">
              <a:rPr lang="hi-IN" smtClean="0"/>
              <a:t>बुधवार, 28 क़ार्तीक 1947</a:t>
            </a:fld>
            <a:endParaRPr lang="hi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A19FAD-5E3B-4200-8A34-C102323EDA2A}" type="slidenum">
              <a:rPr lang="hi-IN" smtClean="0"/>
              <a:t>‹#›</a:t>
            </a:fld>
            <a:endParaRPr lang="hi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2" y="188640"/>
            <a:ext cx="8784976" cy="6480720"/>
          </a:xfrm>
        </p:spPr>
        <p:txBody>
          <a:bodyPr>
            <a:normAutofit lnSpcReduction="10000"/>
          </a:bodyPr>
          <a:lstStyle/>
          <a:p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0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r>
              <a:rPr lang="en-US" sz="4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algn="l"/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Compare the sales and orders using single chart?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Which month got the highest sales and orders?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Who purchased more- men or women in 2022?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What are different order status in 2022?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 top 10 states contributing to the sales?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Relation between age and gender based on number of orders?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Which channel is contributing to maximum sales?</a:t>
            </a:r>
          </a:p>
          <a:p>
            <a:pPr algn="l"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Highest selling category?, etc.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8072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000" b="1" u="sng" dirty="0" smtClean="0">
                <a:latin typeface="Times New Roman" pitchFamily="18" charset="0"/>
                <a:cs typeface="Times New Roman" pitchFamily="18" charset="0"/>
              </a:rPr>
              <a:t>Insights</a:t>
            </a: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algn="ctr">
              <a:buNone/>
            </a:pPr>
            <a:endParaRPr lang="en-US" sz="4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Women are more likely to buy compared to men (~65%)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Maharashtra, Karnataka and Uttar Pradesh are the top 3 states (~35%)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Adult age group (30-49 yrs) is max contributing (~50%)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Amazon,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Flipkart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Myntra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channels are max contributing (~80%)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itchFamily="2" charset="2"/>
              <a:buChar char="q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Target women customers of age group (30-49 yrs) living in Maharashtra, Karnataka and Uttar Pradesh by showing ads/offers/coupons available on Amazon,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Flipkart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Myntra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130</Words>
  <Application>Microsoft Office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2</cp:revision>
  <dcterms:created xsi:type="dcterms:W3CDTF">2025-11-18T18:49:26Z</dcterms:created>
  <dcterms:modified xsi:type="dcterms:W3CDTF">2025-11-18T19:03:22Z</dcterms:modified>
</cp:coreProperties>
</file>